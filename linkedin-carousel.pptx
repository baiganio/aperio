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 fired.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everyone said AI would replace me.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87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 year out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68632" y="2487168"/>
            <a:ext cx="79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03320" y="2487168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4871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built the AI instead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comeback story. And an open source project.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swipe to see what happened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291133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291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re-explain</a:t>
            </a:r>
            <a:endParaRPr lang="en-US" sz="3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yourself.</a:t>
            </a:r>
            <a:endParaRPr lang="en-US" sz="3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Every. Single. Time.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577840" y="1005840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005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10058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993392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9933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preferences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980944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98094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298094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decision from 3 months ago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054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3968496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9684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396849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chose Postgres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paying the cognitive tax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AI's lack of memory.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122883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122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SHIFT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3840480" cy="32918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solidFill>
            <a:srgbClr val="17172A"/>
          </a:solidFill>
          <a:ln w="12700">
            <a:solidFill>
              <a:srgbClr val="1E1E3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54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6B6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an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6B6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capability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6B6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problem."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models to get better.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they add memory.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606040"/>
            <a:ext cx="45720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55F7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3840480" cy="3291840"/>
          </a:xfrm>
          <a:prstGeom prst="rect">
            <a:avLst/>
          </a:prstGeom>
          <a:solidFill>
            <a:srgbClr val="12121C"/>
          </a:solidFill>
          <a:ln w="12700">
            <a:solidFill>
              <a:srgbClr val="3B2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3B2D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THINKING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a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problem."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memory layer yourself.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context.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was never the AI.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missing layer between you and the AI.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5943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594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1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brain. Every agent. Nothing forgotten.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2423160" cy="178308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survive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3611880"/>
            <a:ext cx="2423160" cy="178308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5720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MCP-compatible agent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611880"/>
            <a:ext cx="2423160" cy="178308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45720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543507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5435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Postgres table</a:t>
            </a:r>
            <a:endParaRPr lang="en-US" sz="3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vectors.</a:t>
            </a:r>
            <a:endParaRPr lang="en-US" sz="3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it.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(Seriously. The elegance is the point.)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868680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868680"/>
            <a:ext cx="54864" cy="6583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868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8686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UI / Cursor / Windsurf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37944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37944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8379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18379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+ WebSocket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96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807208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807208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8072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8072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  ·  11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655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776472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776472"/>
            <a:ext cx="54864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7764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3776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16 + pgvector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4348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745736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745736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7457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474573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Voyage AI  ·  1024 dims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PHILOSOPHY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product.</a:t>
            </a:r>
            <a:endParaRPr lang="en-US" sz="3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subscription.</a:t>
            </a:r>
            <a:endParaRPr lang="en-US" sz="3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door that stays open.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606040" cy="1920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 Licensed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37083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it. Ship it. Build on it.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strings attached.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383280"/>
            <a:ext cx="2606040" cy="1920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4023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37083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your own Postgres.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your machine.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2606040" cy="1920240"/>
          </a:xfrm>
          <a:prstGeom prst="rect">
            <a:avLst/>
          </a:prstGeom>
          <a:solidFill>
            <a:srgbClr val="12121C"/>
          </a:solidFill>
          <a:ln w="12700">
            <a:solidFill>
              <a:srgbClr val="3B2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∞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4023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Free. Forever.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37083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page.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"upgrade for memory" tier.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MOMENT IT CLICKED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2 weeks —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couldn’t go back.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02920" y="2285280"/>
            <a:ext cx="2651760" cy="68580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5280"/>
            <a:ext cx="25603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Calibri" pitchFamily="34" charset="0"/>
              </a:rPr>
              <a:t>👋</a:t>
            </a:r>
            <a:r>
              <a:rPr lang="en-US" sz="1100" dirty="0">
                <a:solidFill>
                  <a:srgbClr val="E8E6F5"/>
                </a:solidFill>
                <a:latin typeface="Calibri" pitchFamily="34" charset="0"/>
              </a:rPr>
              <a:t xml:space="preserve">  It greeted me by 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2920" y="2285280"/>
            <a:ext cx="2651760" cy="68580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8640" y="2285280"/>
            <a:ext cx="25603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Calibri" pitchFamily="34" charset="0"/>
              </a:rPr>
              <a:t>🧠</a:t>
            </a:r>
            <a:r>
              <a:rPr lang="en-US" sz="1100" dirty="0">
                <a:solidFill>
                  <a:srgbClr val="E8E6F5"/>
                </a:solidFill>
                <a:latin typeface="Calibri" pitchFamily="34" charset="0"/>
              </a:rPr>
              <a:t xml:space="preserve">  Knew why I chose Postgres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2920" y="2285280"/>
            <a:ext cx="2651760" cy="68580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8640" y="2285280"/>
            <a:ext cx="25603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Calibri" pitchFamily="34" charset="0"/>
              </a:rPr>
              <a:t>🛠</a:t>
            </a:r>
            <a:r>
              <a:rPr lang="en-US" sz="1100" dirty="0">
                <a:solidFill>
                  <a:srgbClr val="E8E6F5"/>
                </a:solidFill>
                <a:latin typeface="Calibri" pitchFamily="34" charset="0"/>
              </a:rPr>
              <a:t xml:space="preserve">  Remembered my stack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stopped feeling like a tool.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started feeling like a colleague.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00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has been</a:t>
            </a:r>
            <a:endParaRPr lang="en-US" sz="4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amnesiac.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that today.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828800" y="3794760"/>
            <a:ext cx="5486400" cy="8686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3B2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7947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 github.com/BaiGanio/aperio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aperire  —  to open, to reveal, to bring into the light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Aperio — LinkedIn Carousel</dc:title>
  <dc:subject>PptxGenJS Presentation</dc:subject>
  <dc:creator>PptxGenJS</dc:creator>
  <cp:lastModifiedBy>PptxGenJS</cp:lastModifiedBy>
  <cp:revision>1</cp:revision>
  <dcterms:created xsi:type="dcterms:W3CDTF">2026-03-10T20:18:53Z</dcterms:created>
  <dcterms:modified xsi:type="dcterms:W3CDTF">2026-03-10T20:18:53Z</dcterms:modified>
</cp:coreProperties>
</file>