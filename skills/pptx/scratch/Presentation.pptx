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 QA Test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4572000"/>
            <a:ext cx="3657600" cy="73152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verification and testing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860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content validation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228600" cy="2286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2004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QA with image rendering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Testing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 QA workflow validated and operational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2026-05-25T20:28:54Z</dcterms:created>
  <dcterms:modified xsi:type="dcterms:W3CDTF">2026-05-25T20:28:54Z</dcterms:modified>
</cp:coreProperties>
</file>