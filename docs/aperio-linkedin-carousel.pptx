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 take.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2025 is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2487168"/>
            <a:ext cx="2377440" cy="640080"/>
          </a:xfrm>
          <a:prstGeom prst="roundRect">
            <a:avLst>
              <a:gd name="adj" fmla="val 14286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8716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brilliant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090672" y="24871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03320" y="2487168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EC4899">
              <a:alpha val="1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48716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completely amnesiac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 starts from zero.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has no idea who you are.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swipe to see why that matters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2920"/>
            <a:ext cx="1291133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"/>
            <a:ext cx="1291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REALITY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91440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re-explain</a:t>
            </a:r>
            <a:endParaRPr lang="en-US" sz="3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yourself.</a:t>
            </a:r>
            <a:endParaRPr lang="en-US" sz="3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Every. Single. Time.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577840" y="1005840"/>
            <a:ext cx="3246120" cy="713232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00584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72200" y="10058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23760" y="1078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77840" y="1993392"/>
            <a:ext cx="3246120" cy="713232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99339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2200" y="19933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preferences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23760" y="2066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577840" y="2980944"/>
            <a:ext cx="3246120" cy="713232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98094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72200" y="298094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decision from 3 months ago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3054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3968496"/>
            <a:ext cx="3246120" cy="713232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96849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72200" y="396849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chose Postgres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4041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again.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paying the cognitive tax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AI's lack of memory.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2920"/>
            <a:ext cx="1122883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"/>
            <a:ext cx="1122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SHIFT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960120"/>
            <a:ext cx="3840480" cy="32918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solidFill>
            <a:srgbClr val="17172A"/>
          </a:solidFill>
          <a:ln w="12700">
            <a:solidFill>
              <a:srgbClr val="1E1E3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 THINKING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15544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6B6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an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6B6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capability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6B68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problem."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2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models to get better.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2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they add memory.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2606040"/>
            <a:ext cx="457200" cy="0"/>
          </a:xfrm>
          <a:prstGeom prst="line">
            <a:avLst/>
          </a:prstGeom>
          <a:noFill/>
          <a:ln w="254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55F7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37760" y="960120"/>
            <a:ext cx="3840480" cy="3291840"/>
          </a:xfrm>
          <a:prstGeom prst="rect">
            <a:avLst/>
          </a:prstGeom>
          <a:solidFill>
            <a:srgbClr val="12121C"/>
          </a:solidFill>
          <a:ln w="12700">
            <a:solidFill>
              <a:srgbClr val="3B2D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3B2D6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960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THINKING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155448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is a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behavioral</a:t>
            </a:r>
            <a:endParaRPr lang="en-US" sz="2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problem."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029200" y="30175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memory layer yourself.</a:t>
            </a:r>
            <a:endParaRPr lang="en-US" sz="12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your context.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was never the AI.</a:t>
            </a:r>
            <a:endParaRPr lang="en-US" sz="13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the missing layer between you and the AI.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5943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594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spc="1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brain. Every agent. Nothing forgotten.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2423160" cy="178308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4206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5720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Memories survive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3611880"/>
            <a:ext cx="2423160" cy="178308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4206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Universal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45720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MCP-compatible agent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3611880"/>
            <a:ext cx="2423160" cy="178308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37033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42062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457200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database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2920"/>
            <a:ext cx="1543507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"/>
            <a:ext cx="15435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THE HOOD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9144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Postgres table</a:t>
            </a:r>
            <a:endParaRPr lang="en-US" sz="3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vectors.</a:t>
            </a:r>
            <a:endParaRPr lang="en-US" sz="32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it.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2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(Seriously. The elegance is the point.)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868680"/>
            <a:ext cx="4023360" cy="658368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868680"/>
            <a:ext cx="54864" cy="65836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86868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8686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UI / Cursor / Windsurf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5270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837944"/>
            <a:ext cx="4023360" cy="658368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837944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8379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183794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 + WebSocket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49631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807208"/>
            <a:ext cx="4023360" cy="658368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807208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80720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80720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 Server  ·  11 tools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46557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776472"/>
            <a:ext cx="4023360" cy="658368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3776472"/>
            <a:ext cx="54864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37764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94960" y="3776472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 16 + pgvector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44348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4745736"/>
            <a:ext cx="4023360" cy="658368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4745736"/>
            <a:ext cx="54864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474573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✦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94960" y="474573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Voyage AI  ·  1024 dims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2920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PHILOSOPHY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914400"/>
            <a:ext cx="8046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product.</a:t>
            </a:r>
            <a:endParaRPr lang="en-US" sz="3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subscription.</a:t>
            </a:r>
            <a:endParaRPr lang="en-US" sz="3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door that stays open.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2606040" cy="19202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474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MIT Licensed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37083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it. Ship it. Build on it.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strings attached.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383280" y="3383280"/>
            <a:ext cx="2606040" cy="19202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3474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383280" y="4023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437083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your own Postgres.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 your machine.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383280"/>
            <a:ext cx="2606040" cy="1920240"/>
          </a:xfrm>
          <a:prstGeom prst="rect">
            <a:avLst/>
          </a:prstGeom>
          <a:solidFill>
            <a:srgbClr val="12121C"/>
          </a:solidFill>
          <a:ln w="12700">
            <a:solidFill>
              <a:srgbClr val="3B2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4747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∞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3640" y="402336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Free. Forever.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4370832"/>
            <a:ext cx="2606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pricing page.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"upgrade for memory" tier.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502920"/>
            <a:ext cx="1459382" cy="274320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635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02920"/>
            <a:ext cx="14593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EXTENSIBILITY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48640" y="914400"/>
            <a:ext cx="8046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foundation.</a:t>
            </a:r>
            <a:endParaRPr lang="en-US" sz="3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finished product.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2651760" cy="7772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51460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514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memory types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83280" y="2514600"/>
            <a:ext cx="2651760" cy="7772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51460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977640" y="2514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MCP tools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514600"/>
            <a:ext cx="2651760" cy="7772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51460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2514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embedding models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2651760" cy="7772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5661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566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UI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383280" y="3566160"/>
            <a:ext cx="2651760" cy="7772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5661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977640" y="3566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analytics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63640" y="3566160"/>
            <a:ext cx="2651760" cy="777240"/>
          </a:xfrm>
          <a:prstGeom prst="rect">
            <a:avLst/>
          </a:prstGeom>
          <a:solidFill>
            <a:srgbClr val="12121C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5661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3566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sharing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4709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PRs and forks welcome. Make it yours.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EC4899">
              <a:alpha val="1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008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has been</a:t>
            </a:r>
            <a:endParaRPr lang="en-US" sz="4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amnesiac.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A855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that today.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1828800" y="3794760"/>
            <a:ext cx="5486400" cy="868680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3B2D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79476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⭐  github.com/BaiGanio/aperio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23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aperire  —  to open, to reveal, to bring into the light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6355080"/>
            <a:ext cx="9144000" cy="502920"/>
          </a:xfrm>
          <a:prstGeom prst="rect">
            <a:avLst/>
          </a:prstGeom>
          <a:solidFill>
            <a:srgbClr val="17172A"/>
          </a:solidFill>
          <a:ln w="6350">
            <a:solidFill>
              <a:srgbClr val="1E1E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64465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6446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" y="6446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APERIO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0" y="644652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23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Aperio — LinkedIn Carousel</dc:title>
  <dc:subject>PptxGenJS Presentation</dc:subject>
  <dc:creator>PptxGenJS</dc:creator>
  <cp:lastModifiedBy>PptxGenJS</cp:lastModifiedBy>
  <cp:revision>1</cp:revision>
  <dcterms:created xsi:type="dcterms:W3CDTF">2026-03-10T20:18:53Z</dcterms:created>
  <dcterms:modified xsi:type="dcterms:W3CDTF">2026-03-10T20:18:53Z</dcterms:modified>
</cp:coreProperties>
</file>